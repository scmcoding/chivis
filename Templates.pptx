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6" autoAdjust="0"/>
    <p:restoredTop sz="94660"/>
  </p:normalViewPr>
  <p:slideViewPr>
    <p:cSldViewPr snapToGrid="0">
      <p:cViewPr varScale="1">
        <p:scale>
          <a:sx n="84" d="100"/>
          <a:sy n="84" d="100"/>
        </p:scale>
        <p:origin x="92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84E20-A819-EA0D-6882-39814BD4FE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6FAB8F-FCC1-67B2-EDCF-0411337374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8DC71-3B4D-5E06-B55C-68D008177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5BAAC-0078-44D9-B8C3-E817EF3477E7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50A80-C92E-27DA-BF9E-285B6DDA8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926CA-4393-2D4A-E86B-4C4CDC902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C7467-7613-413A-86FB-E8DE36FF3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608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6D320-744E-EEBE-24E2-EB21EE2E9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88285-A941-6EE8-0A45-A4839C182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3B1B6-4DDF-406F-5008-3E46A2BDF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5BAAC-0078-44D9-B8C3-E817EF3477E7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A5913-D45B-E740-3D4E-988DD3FF5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96BB6-3B60-5833-1457-7CF7E153E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C7467-7613-413A-86FB-E8DE36FF3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790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48DB-8FF1-0531-EAEF-2A7849B3D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AB539-0F61-C946-571A-1DA5DA984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0060E-A10C-497E-81DC-18A07EE44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5BAAC-0078-44D9-B8C3-E817EF3477E7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E23BD-C4A6-4496-F0AF-0BB7E39AF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55A9-A5D5-CC95-9FBB-645969630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C7467-7613-413A-86FB-E8DE36FF3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620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6581F-5514-EF63-F6EF-715309A1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B38F8-C54A-E5DA-DEEC-FF1295B8DC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7C2DBB-112C-FCC8-9218-ACB1F45DE2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34A1F8-5B6E-8014-D97C-3F78FA3B9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5BAAC-0078-44D9-B8C3-E817EF3477E7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0EEFD-7CE4-A64A-854B-380ECCAFE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8BF025-0EAB-79DC-AA51-C2F695294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C7467-7613-413A-86FB-E8DE36FF3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704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4C4BE-9BF4-EB74-C108-3D42879E8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F29AE7-DA49-2B53-ECA7-EF2085E7B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3F675E-1E44-F05E-F81D-042644384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5A471A-E651-2363-9DB0-258084FAF9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B85533-0F9E-5E7F-99A9-9B8CB1526C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A36CF3-8A93-CB65-3F7F-3C8C44E62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5BAAC-0078-44D9-B8C3-E817EF3477E7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F4FFC6-1800-A789-A788-724F31E9A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D31C09-FD41-A96E-D143-832940458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C7467-7613-413A-86FB-E8DE36FF3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113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396C3-438F-9B6D-3A3A-32F728734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77FAB8-B9D7-0E1B-0DB7-65AF52CA1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5BAAC-0078-44D9-B8C3-E817EF3477E7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EE63E3-4200-63E5-DB81-EE3F92E31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BBB808-2C7C-F69D-31AE-2537D2F85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C7467-7613-413A-86FB-E8DE36FF3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952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4584EA-FDB7-C243-7897-03B1392AC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5BAAC-0078-44D9-B8C3-E817EF3477E7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37144F-AC2B-4229-BED9-A48752C7D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2B621C-651C-F050-4479-F84B540E3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C7467-7613-413A-86FB-E8DE36FF3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926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F3471-B015-D153-4D01-8B56E8E91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6F071-43EE-35E0-F22E-B5076318A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2C5EDC-2373-3730-680C-389C0E13CC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63CCED-E2A1-B33C-67A8-5666A3691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5BAAC-0078-44D9-B8C3-E817EF3477E7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B35FCB-D77A-64AB-EB08-BB29AE87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91B15-069F-EE94-B5E6-1E5697C3B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C7467-7613-413A-86FB-E8DE36FF3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416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24500-EFCD-F037-2B2D-4331DAD9C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605AD6-9734-8DA4-686F-353B9DFE719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069AE-895A-A67B-FD5B-222D8C516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302687-A392-CAB1-C809-BA7E2E788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5BAAC-0078-44D9-B8C3-E817EF3477E7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011C8-57B0-C3CE-A1B1-DBA026F9F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6820A-E9DB-4FCB-F4D2-CB97C58C6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C7467-7613-413A-86FB-E8DE36FF3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122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66929-7C0F-A58C-FE7A-0E8C56653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CEBDA3-99D0-E6A0-B0A4-5E4D6508BD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FA2D1-2632-D703-4F3A-DA004A90E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5BAAC-0078-44D9-B8C3-E817EF3477E7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E6281-D8E5-2F6F-EAB5-959827C4C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A2F19-94D1-C242-80CF-9A5A87138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C7467-7613-413A-86FB-E8DE36FF3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38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86208F-22FA-DAAD-95D6-170B4FBAED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9200B6-8A52-AD3B-45F0-CEB711FC59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A83F4-3F78-2FED-FD50-16B66932C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5BAAC-0078-44D9-B8C3-E817EF3477E7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5B65B-8169-111D-EDA3-D3DA92151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B20DF-D75A-DE32-44E7-26A34A686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C7467-7613-413A-86FB-E8DE36FF3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850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3C4535-D933-95D7-1913-181C21AC7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BB031-219E-1CCF-ADB7-77BF42E9C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70BC2-1847-5D37-A5DF-CC50DD6A0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5BAAC-0078-44D9-B8C3-E817EF3477E7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D5EDB-D75B-A075-6E3C-C0CC8D7DF5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6F9FD-E91F-E5A4-302F-148ABFAAFC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CC7467-7613-413A-86FB-E8DE36FF3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58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depicts a silhouette of a person wearing traditional Japanese attire, with intricate, colorful patterns on their clothing and armor, and holding a sword.&#10;&#10;AI-generated content may be incorrect.">
            <a:extLst>
              <a:ext uri="{FF2B5EF4-FFF2-40B4-BE49-F238E27FC236}">
                <a16:creationId xmlns:a16="http://schemas.microsoft.com/office/drawing/2014/main" id="{BE203A7B-1A81-55F0-0E13-E23342B70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8703" y="454569"/>
            <a:ext cx="4191337" cy="6403431"/>
          </a:xfrm>
          <a:prstGeom prst="rect">
            <a:avLst/>
          </a:prstGeom>
        </p:spPr>
      </p:pic>
      <p:pic>
        <p:nvPicPr>
          <p:cNvPr id="5" name="Picture 4" descr="The image is a black silhouette of a person's hand.&#10;&#10;AI-generated content may be incorrect.">
            <a:extLst>
              <a:ext uri="{FF2B5EF4-FFF2-40B4-BE49-F238E27FC236}">
                <a16:creationId xmlns:a16="http://schemas.microsoft.com/office/drawing/2014/main" id="{47612CAA-EE6A-F167-D787-0D185D70B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748703" y="1598459"/>
            <a:ext cx="1708685" cy="2572363"/>
          </a:xfrm>
          <a:prstGeom prst="rect">
            <a:avLst/>
          </a:prstGeom>
        </p:spPr>
      </p:pic>
      <p:pic>
        <p:nvPicPr>
          <p:cNvPr id="6" name="Picture 5" descr="The image depicts a delicately detailed, black and white silhouette of a traditional Chinese bamboo stick adorned with a carved bird and ornamental hanging charms.&#10;&#10;AI-generated content may be incorrect.">
            <a:extLst>
              <a:ext uri="{FF2B5EF4-FFF2-40B4-BE49-F238E27FC236}">
                <a16:creationId xmlns:a16="http://schemas.microsoft.com/office/drawing/2014/main" id="{5E3017B8-5AF6-7A86-90A7-CE9A9BCFF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003" y="-4766"/>
            <a:ext cx="2553298" cy="686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00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e image depicts a character in a black and white style, wearing a simple, armored costume, with a long, flowing hair style.&#10;&#10;AI-generated content may be incorrect.">
            <a:extLst>
              <a:ext uri="{FF2B5EF4-FFF2-40B4-BE49-F238E27FC236}">
                <a16:creationId xmlns:a16="http://schemas.microsoft.com/office/drawing/2014/main" id="{76EC426A-147D-0B24-B7CB-036592D67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445" y="-226984"/>
            <a:ext cx="3090800" cy="6839480"/>
          </a:xfrm>
          <a:prstGeom prst="rect">
            <a:avLst/>
          </a:prstGeom>
        </p:spPr>
      </p:pic>
      <p:pic>
        <p:nvPicPr>
          <p:cNvPr id="3" name="Picture 2" descr="The image is a black, simple, and minimalist shape or object, possibly a keyhole or a hole.&#10;&#10;AI-generated content may be incorrect.">
            <a:extLst>
              <a:ext uri="{FF2B5EF4-FFF2-40B4-BE49-F238E27FC236}">
                <a16:creationId xmlns:a16="http://schemas.microsoft.com/office/drawing/2014/main" id="{4C036299-3C4E-13D6-16FC-D223D7E96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479464">
            <a:off x="5893390" y="918991"/>
            <a:ext cx="1400442" cy="1922501"/>
          </a:xfrm>
          <a:prstGeom prst="rect">
            <a:avLst/>
          </a:prstGeom>
        </p:spPr>
      </p:pic>
      <p:pic>
        <p:nvPicPr>
          <p:cNvPr id="4" name="Picture 3" descr="The image depicts a black silhouette of a person's leg.&#10;&#10;AI-generated content may be incorrect.">
            <a:extLst>
              <a:ext uri="{FF2B5EF4-FFF2-40B4-BE49-F238E27FC236}">
                <a16:creationId xmlns:a16="http://schemas.microsoft.com/office/drawing/2014/main" id="{ECF7129F-1CD0-0DD5-C6C0-A165A17FE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350210">
            <a:off x="3607394" y="2742361"/>
            <a:ext cx="1857583" cy="1902344"/>
          </a:xfrm>
          <a:prstGeom prst="rect">
            <a:avLst/>
          </a:prstGeom>
        </p:spPr>
      </p:pic>
      <p:pic>
        <p:nvPicPr>
          <p:cNvPr id="6" name="Picture 5" descr="The image depicts a black silhouette of a person's leg.&#10;&#10;AI-generated content may be incorrect.">
            <a:extLst>
              <a:ext uri="{FF2B5EF4-FFF2-40B4-BE49-F238E27FC236}">
                <a16:creationId xmlns:a16="http://schemas.microsoft.com/office/drawing/2014/main" id="{A6537BB3-42E6-918F-1E60-435A348C67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350210" flipH="1">
            <a:off x="6164328" y="2592220"/>
            <a:ext cx="1905728" cy="1951649"/>
          </a:xfrm>
          <a:prstGeom prst="rect">
            <a:avLst/>
          </a:prstGeom>
        </p:spPr>
      </p:pic>
      <p:pic>
        <p:nvPicPr>
          <p:cNvPr id="8" name="Picture 7" descr="The image is a black, simple, and minimalist shape or object, possibly a keyhole or a hole.&#10;&#10;AI-generated content may be incorrect.">
            <a:extLst>
              <a:ext uri="{FF2B5EF4-FFF2-40B4-BE49-F238E27FC236}">
                <a16:creationId xmlns:a16="http://schemas.microsoft.com/office/drawing/2014/main" id="{5C980952-A707-E9F3-D733-03297A0B9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04848" flipH="1">
            <a:off x="4177700" y="968670"/>
            <a:ext cx="1475924" cy="202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668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e image depicts a dark, intricately patterned figure with a red, pointed head, wearing a distinct, stylish garment.&#10;&#10;AI-generated content may be incorrect.">
            <a:extLst>
              <a:ext uri="{FF2B5EF4-FFF2-40B4-BE49-F238E27FC236}">
                <a16:creationId xmlns:a16="http://schemas.microsoft.com/office/drawing/2014/main" id="{07672556-F527-E7A0-FBF6-7F5262ED4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542" y="650588"/>
            <a:ext cx="4280700" cy="6131211"/>
          </a:xfrm>
          <a:prstGeom prst="rect">
            <a:avLst/>
          </a:prstGeom>
        </p:spPr>
      </p:pic>
      <p:pic>
        <p:nvPicPr>
          <p:cNvPr id="6" name="Picture 5" descr="The image is a black silhouette of a person's hand.&#10;&#10;AI-generated content may be incorrect.">
            <a:extLst>
              <a:ext uri="{FF2B5EF4-FFF2-40B4-BE49-F238E27FC236}">
                <a16:creationId xmlns:a16="http://schemas.microsoft.com/office/drawing/2014/main" id="{959C1481-8BE1-FE87-27F6-53681C73F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316143" y="1590839"/>
            <a:ext cx="1708685" cy="2572363"/>
          </a:xfrm>
          <a:prstGeom prst="rect">
            <a:avLst/>
          </a:prstGeom>
        </p:spPr>
      </p:pic>
      <p:pic>
        <p:nvPicPr>
          <p:cNvPr id="8" name="Picture 7" descr="The image depicts a detailed, black silhouette of a traditional Chinese dragon, with intricate, flowing lines and a distinctive curled tail.&#10;&#10;AI-generated content may be incorrect.">
            <a:extLst>
              <a:ext uri="{FF2B5EF4-FFF2-40B4-BE49-F238E27FC236}">
                <a16:creationId xmlns:a16="http://schemas.microsoft.com/office/drawing/2014/main" id="{F6285DD7-8A0C-A849-480D-D465C75C8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539" y="-74962"/>
            <a:ext cx="2607303" cy="7007923"/>
          </a:xfrm>
          <a:prstGeom prst="rect">
            <a:avLst/>
          </a:prstGeom>
        </p:spPr>
      </p:pic>
      <p:pic>
        <p:nvPicPr>
          <p:cNvPr id="11" name="Picture 10" descr="The image depicts a detailed, intricately patterned dragon pole, characterized by sharp, curved lines and ornate, vibrant colors.&#10;&#10;AI-generated content may be incorrect.">
            <a:extLst>
              <a:ext uri="{FF2B5EF4-FFF2-40B4-BE49-F238E27FC236}">
                <a16:creationId xmlns:a16="http://schemas.microsoft.com/office/drawing/2014/main" id="{EBC0DB9E-85C9-766D-F41B-63624E240B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269" y="69729"/>
            <a:ext cx="2553471" cy="686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317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1245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Cheung</dc:creator>
  <cp:lastModifiedBy>Samuel Cheung</cp:lastModifiedBy>
  <cp:revision>2</cp:revision>
  <dcterms:created xsi:type="dcterms:W3CDTF">2026-10-04T16:43:36Z</dcterms:created>
  <dcterms:modified xsi:type="dcterms:W3CDTF">2026-10-05T17:16:59Z</dcterms:modified>
</cp:coreProperties>
</file>